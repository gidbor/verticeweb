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96464" y="0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53422" y="4422186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28" y="4874127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58008" y="4874127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9" y="0"/>
                </a:lnTo>
                <a:lnTo>
                  <a:pt x="63569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53422" y="0"/>
            <a:ext cx="5908942" cy="5908942"/>
          </a:xfrm>
          <a:custGeom>
            <a:avLst/>
            <a:gdLst/>
            <a:ahLst/>
            <a:cxnLst/>
            <a:rect r="r" b="b" t="t" l="l"/>
            <a:pathLst>
              <a:path h="5908942" w="5908942">
                <a:moveTo>
                  <a:pt x="0" y="0"/>
                </a:moveTo>
                <a:lnTo>
                  <a:pt x="5908942" y="0"/>
                </a:lnTo>
                <a:lnTo>
                  <a:pt x="5908942" y="5908942"/>
                </a:lnTo>
                <a:lnTo>
                  <a:pt x="0" y="59089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7373" y="-460322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03551" y="-210088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53579" y="-750701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3850" y="3930042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53785" y="4430509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201182" y="3812901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3725" y="499681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34053" y="-530449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61780" y="3678160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33585" y="3930042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79111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52834" y="1028700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DAHJF4wYxDM</dc:identifier>
  <dcterms:modified xsi:type="dcterms:W3CDTF">2011-08-01T06:04:30Z</dcterms:modified>
  <cp:revision>1</cp:revision>
</cp:coreProperties>
</file>